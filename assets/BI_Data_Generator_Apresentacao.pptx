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10.690 MEDIDAS DAX  ·  10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10.690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DEZ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81528" y="2212848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8152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76088" y="2212848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7608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79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70648" y="2212848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7064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6520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6520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6968" y="4069080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081528" y="4069080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8152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8152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152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492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7608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7608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608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608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269479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47064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7064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064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064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6404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6520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6520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6520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6520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