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10.688 MEDIDAS DAX  ·  11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10.688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/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/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DEZ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81528" y="2212848"/>
            <a:ext cx="310896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8152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76088" y="2212848"/>
            <a:ext cx="310896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7608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79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70648" y="2212848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7064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2011680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65208" y="2212848"/>
            <a:ext cx="310896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65208" y="2377440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8" y="2633472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3017520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86968" y="4069080"/>
            <a:ext cx="310896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696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081528" y="4069080"/>
            <a:ext cx="310896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8152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8152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8152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7492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7608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7608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608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608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269479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47064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7064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064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064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64040" y="3867912"/>
            <a:ext cx="2057400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665208" y="4069080"/>
            <a:ext cx="310896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65208" y="423367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65208" y="4489704"/>
            <a:ext cx="1655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65208" y="4873752"/>
            <a:ext cx="16550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